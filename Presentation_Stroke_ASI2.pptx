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11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MASTER DSIR 1  ·  ASI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AVC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Prediction Dataset  ·  Classification Binaire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41148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108960"/>
            <a:ext cx="1920240" cy="914400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1272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3108960"/>
            <a:ext cx="1920240" cy="914400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31272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3108960"/>
            <a:ext cx="1920240" cy="914400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1272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00600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3108960"/>
            <a:ext cx="1920240" cy="914400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31272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49440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Max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Imen FATNASSI ·  Juin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Prédiction des AVC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148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68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868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Dataset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41148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41148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6974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Visualisation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6118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611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92040" y="868680"/>
            <a:ext cx="4114800" cy="6858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868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868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Ensemblistes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783080"/>
            <a:ext cx="4114800" cy="6858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Évaluation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2697480"/>
            <a:ext cx="4114800" cy="6858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26974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Présentation du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Prédiction des AVC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961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896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fedesoriano (2021)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6459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5 110 patients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39572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(11 features + 1 cible)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1455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953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8953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: 0 (pas AVC) / 1 (AVC)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804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numériques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207008"/>
            <a:ext cx="4114800" cy="320040"/>
          </a:xfrm>
          <a:prstGeom prst="rect">
            <a:avLst/>
          </a:prstGeom>
          <a:solidFill>
            <a:srgbClr val="A9DFBF">
              <a:alpha val="80000"/>
            </a:srgbClr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618488"/>
            <a:ext cx="4114800" cy="320040"/>
          </a:xfrm>
          <a:prstGeom prst="rect">
            <a:avLst/>
          </a:prstGeom>
          <a:solidFill>
            <a:srgbClr val="A9DFBF">
              <a:alpha val="80000"/>
            </a:srgbClr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184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avg_glucose_level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029968"/>
            <a:ext cx="4114800" cy="320040"/>
          </a:xfrm>
          <a:prstGeom prst="rect">
            <a:avLst/>
          </a:prstGeom>
          <a:solidFill>
            <a:srgbClr val="A9DFBF">
              <a:alpha val="80000"/>
            </a:srgbClr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029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catégorielles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880360"/>
            <a:ext cx="411480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411480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46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ever_married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411480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11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work_type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411480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977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Residence_type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4343400"/>
            <a:ext cx="411480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343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smoking_status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Prétraitement des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Prédiction des AVC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28346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04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" y="1280160"/>
            <a:ext cx="283464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417320"/>
            <a:ext cx="201168" cy="20116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371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colonne 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" y="2423160"/>
            <a:ext cx="201168" cy="20116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gender='Other' (1 ligne)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" y="3429000"/>
            <a:ext cx="201168" cy="20116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bmi par médiane (201 valeurs)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7832" y="804672"/>
            <a:ext cx="2834640" cy="4572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804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27832" y="1280160"/>
            <a:ext cx="283464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4992" y="1417320"/>
            <a:ext cx="201168" cy="201168"/>
          </a:xfrm>
          <a:prstGeom prst="ellipse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1371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: gender, ever_married, Residence_type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64992" y="2423160"/>
            <a:ext cx="201168" cy="201168"/>
          </a:xfrm>
          <a:prstGeom prst="ellipse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: work_type, smoking_status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64992" y="3429000"/>
            <a:ext cx="201168" cy="201168"/>
          </a:xfrm>
          <a:prstGeom prst="ellipse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17 colonnes après encodage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9632" y="804672"/>
            <a:ext cx="2834640" cy="4572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804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9632" y="1280160"/>
            <a:ext cx="283464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6792" y="1417320"/>
            <a:ext cx="201168" cy="201168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1371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(mean=0, std=1)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36792" y="2423160"/>
            <a:ext cx="201168" cy="201168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80% train / 20% test (stratifié)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36792" y="3429000"/>
            <a:ext cx="201168" cy="201168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4088 train — 1022 test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Exploration &amp; Visualisation (EDA)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Prédiction des AVC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926080" cy="16459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841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des Classes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2377440" cy="3657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61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d'AVC (0) : 95.1%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118872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1691640"/>
            <a:ext cx="2258568" cy="365760"/>
          </a:xfrm>
          <a:prstGeom prst="rect">
            <a:avLst/>
          </a:prstGeom>
          <a:solidFill>
            <a:srgbClr val="F1948A">
              <a:alpha val="70000"/>
            </a:srgbClr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(1) : 4.9%  ⚠️ Déséquilibré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804672"/>
            <a:ext cx="5394960" cy="164592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841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Corrélations avec stroke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1261872"/>
            <a:ext cx="2743200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2435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avg_glucose_level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1581912"/>
            <a:ext cx="1426464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15636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heart_disease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1901952"/>
            <a:ext cx="1426464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18836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2221992"/>
            <a:ext cx="1426464" cy="2011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22037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Clés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4206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17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: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avec AVC : médiane ~70 ans vs ~45 sans AVC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675888"/>
            <a:ext cx="4206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6758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: 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36758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plus élevés chez les patients avec AVC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017520"/>
            <a:ext cx="4206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017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Tabagisme : 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5216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Anciens fumeurs légèrement plus à risque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675888"/>
            <a:ext cx="420624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6758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Mariage : 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52160" y="36758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Corrélé avec l'âge (biais de corrélation)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Modélisation — Algorithmes Testés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Prédiction des AVC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206240" cy="107899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164592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326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389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linéaire de référence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4206240" cy="107899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57400"/>
            <a:ext cx="164592" cy="107899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67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2624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la distance euclidienne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4206240" cy="107899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91840"/>
            <a:ext cx="164592" cy="10789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015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858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Séparateur à marge maximale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822960"/>
            <a:ext cx="4206240" cy="107899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822960"/>
            <a:ext cx="164592" cy="107899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9326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93792" y="1389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par règles, interprétable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057400"/>
            <a:ext cx="4206240" cy="107899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2057400"/>
            <a:ext cx="164592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167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Forêt Aléatoire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93792" y="2624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arbres, Bagging, robuste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291840"/>
            <a:ext cx="3931920" cy="1417320"/>
          </a:xfrm>
          <a:prstGeom prst="rect">
            <a:avLst/>
          </a:prstGeom>
          <a:solidFill>
            <a:srgbClr val="EAF2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d'évaluation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703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stratifiée (10-fold)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80% / 20% stratifié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: Accuracy, F1, AUC-ROC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Méthodes Ensemblistes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Prédiction des AVC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74320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2468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(DT)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estimateurs
Réduit la variance
Parallélisable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arbres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généralisation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804672"/>
            <a:ext cx="2743200" cy="45720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04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37560" y="1280160"/>
            <a:ext cx="274320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89888"/>
            <a:ext cx="2468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estimateurs
Focalise sur erreurs
Adaptatif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estimateurs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Descente de gradient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 final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804672"/>
            <a:ext cx="2468880" cy="3858768"/>
          </a:xfrm>
          <a:prstGeom prst="rect">
            <a:avLst/>
          </a:prstGeom>
          <a:solidFill>
            <a:srgbClr val="E8F8F5"/>
          </a:solidFill>
          <a:ln w="2540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868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1325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92240" y="32186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6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Résultats &amp; Évaluation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Prédiction des AVC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804672"/>
            <a:ext cx="12801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804672"/>
            <a:ext cx="12801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804672"/>
            <a:ext cx="12801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804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1234440"/>
            <a:ext cx="2743200" cy="393192"/>
          </a:xfrm>
          <a:prstGeom prst="rect">
            <a:avLst/>
          </a:prstGeom>
          <a:solidFill>
            <a:srgbClr val="E8F8F5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23444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1234440"/>
            <a:ext cx="1280160" cy="393192"/>
          </a:xfrm>
          <a:prstGeom prst="rect">
            <a:avLst/>
          </a:prstGeom>
          <a:solidFill>
            <a:srgbClr val="E8F8F5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23444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234440"/>
            <a:ext cx="1280160" cy="393192"/>
          </a:xfrm>
          <a:prstGeom prst="rect">
            <a:avLst/>
          </a:prstGeom>
          <a:solidFill>
            <a:srgbClr val="E8F8F5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23444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234440"/>
            <a:ext cx="1280160" cy="393192"/>
          </a:xfrm>
          <a:prstGeom prst="rect">
            <a:avLst/>
          </a:prstGeom>
          <a:solidFill>
            <a:srgbClr val="E8F8F5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23444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1664208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66420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1664208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166420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1664208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166420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77840" y="1664208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66420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2093976"/>
            <a:ext cx="274320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093976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17520" y="2093976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3240" y="20939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297680" y="2093976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43400" y="20939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577840" y="2093976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20939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2523744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523744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17520" y="2523744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63240" y="252374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297680" y="2523744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3400" y="252374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577840" y="2523744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252374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2953512"/>
            <a:ext cx="274320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295351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17520" y="2953512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63240" y="295351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297680" y="2953512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3400" y="295351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577840" y="2953512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295351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3383280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38328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(DT)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017520" y="338328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63240" y="338328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297680" y="338328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43400" y="338328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577840" y="3383280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23560" y="338328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74320" y="3813048"/>
            <a:ext cx="274320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381304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017520" y="3813048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63240" y="38130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297680" y="3813048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43400" y="38130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577840" y="3813048"/>
            <a:ext cx="1280160" cy="393192"/>
          </a:xfrm>
          <a:prstGeom prst="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23560" y="38130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274320" y="4242816"/>
            <a:ext cx="2743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242816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017520" y="4242816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63240" y="424281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4297680" y="4242816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43400" y="424281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577840" y="4242816"/>
            <a:ext cx="12801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23560" y="424281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6903720" y="804672"/>
            <a:ext cx="1965960" cy="39136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995160" y="868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9951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7452360" y="12618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extrême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9951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7452360" y="21762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fiable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9951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7452360" y="30906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Ensemblistes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modèles simples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9951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7452360" y="400507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faible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défi clinique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Optimisation &amp; GridSearchCV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Prédiction des AVC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4114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Meilleurs Paramètres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114800" cy="402336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43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12435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69164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00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114800" cy="402336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1579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1579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15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2615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4114800" cy="1417320"/>
          </a:xfrm>
          <a:prstGeom prst="rect">
            <a:avLst/>
          </a:prstGeom>
          <a:solidFill>
            <a:srgbClr val="E8F8F5"/>
          </a:solidFill>
          <a:ln w="25400">
            <a:solidFill>
              <a:srgbClr val="148F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→ Après Optimisation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84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:  0.85  →  0.87  (+0.02 ✅)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9502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:  0.68  →  0.71  (+0.03 ✅)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804672"/>
            <a:ext cx="4160520" cy="39136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8961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46320" y="1417320"/>
            <a:ext cx="3749040" cy="566928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417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Gradient Boosting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(optimisé) = meilleur modèle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057400"/>
            <a:ext cx="3749040" cy="566928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0574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AUC-ROC ~0.87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GridSearchCV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2697480"/>
            <a:ext cx="3749040" cy="566928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6974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Déséquilibre = défi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penser SMOTE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337560"/>
            <a:ext cx="3749040" cy="566928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3375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Age, Glucose, BMI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features clés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: SMOTE · XGBoost · Feature Engineering · API REST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45720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88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Imen </a:t>
            </a:r>
            <a:r>
              <a:rPr lang="en-US" sz="110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FATNASSI ·  </a:t>
            </a:r>
            <a:r>
              <a:rPr lang="en-US" sz="11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ISET Sfax  ·  ASI2 — MASTER DSIR 1  ·  Juin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Affichage à l'écran (16:9)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des AVC — Stroke Prediction Dataset</dc:title>
  <dc:subject>PptxGenJS Presentation</dc:subject>
  <dc:creator>ISET Sfax — MASTER DSIR 1</dc:creator>
  <cp:lastModifiedBy>imen fatnassi</cp:lastModifiedBy>
  <cp:revision>3</cp:revision>
  <dcterms:created xsi:type="dcterms:W3CDTF">2026-06-10T18:54:22Z</dcterms:created>
  <dcterms:modified xsi:type="dcterms:W3CDTF">2026-10-06T10:32:23Z</dcterms:modified>
</cp:coreProperties>
</file>